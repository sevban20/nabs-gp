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B7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9164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NABS-GP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Asset, Backup &amp; Security Governance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Çok-vendörlü ağlar için birleşik konfigürasyon yedekleme, keşif,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denetimi ve yönetişim.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ÖNCESİ TEKNİK SUNUM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45752" y="5852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1.1.0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 yönetimi silolu, manuel ve denetlenemez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93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35D6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653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config'ler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5971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Yüzlerce cihazın yedeği elle ve dağınık; arıza sonrası kurtarma yavaş.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449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35D6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Gözden kaçan açıklar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880360"/>
            <a:ext cx="5971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sıkılaştırma ve CVE takibi manuel; drift fark edilmiyor.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96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35D6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9684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zorluğu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931920"/>
            <a:ext cx="5971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neyi ne zaman değiştirdi belirsiz; uyumluluk kanıtı üretmek güç.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4807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35D6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48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0200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Çok-vendör karmaşası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4983480"/>
            <a:ext cx="5971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Cisco, Fortinet, Aruba, Huawei, MikroTik, OpenWrt… her biri ayrı araç.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platformda uçtan uca ağ yönetişimi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391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Yedekleme &amp; Sürümleme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081528"/>
            <a:ext cx="294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Gömülü Git ile diff, geçmiş, indirme/geri yükleme. Aktif SSH + pasif SFTP.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7830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3816" y="20391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23816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3816" y="260604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&amp; Topoloji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3816" y="3081528"/>
            <a:ext cx="294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TCP/SNMP/SSH tarama + LLDP/CDP + ARP/MAC/OUI. Canlı ağ haritası.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17830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520" y="20391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1520" y="260604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Denetimi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1520" y="3081528"/>
            <a:ext cx="294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kural + YAML politika + NVD CVE + yerel LLM (mahremiyet korumalı).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2793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6112" y="484632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Config Drift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5321808"/>
            <a:ext cx="294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risk skoru; golden referanstan sapma + zamanlanmış uyumluluk.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7784" y="402336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3816" y="42793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23816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23816" y="484632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Yönetişimli Düzeltme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3816" y="5321808"/>
            <a:ext cx="294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önerileri insan onayı olmadan cihaza gitmez (dört-göz, staged).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FARKLILAŞTIRICILAR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NABS-GP?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8541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mahremiyeti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analizi yerel LLM ile; config'ler kuruluş dışına çıkmaz.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78308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5956" y="218541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00316" y="196596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Güvenlik-önce (fail-closed)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00316" y="235000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eksikse açılmaz; onaysız cihaza-yazma yok.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42900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Çok-vendör + Linux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381304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vendör CLI + OpenWrt/Linux; MAC OUI ile üretici tanıma.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1636" y="324612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5956" y="364845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0595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00316" y="342900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desteği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00316" y="381304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İzole bölgeler için pasif SFTP yedekleme (HMAC imzalı).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11149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8920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NMS deneyimi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08760" y="527608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panosu, canlı topoloji, iş kuyruğu, rol-duyarlı GUI.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31636" y="470916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5956" y="5111496"/>
            <a:ext cx="420624" cy="420624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31" name="Text 29"/>
          <p:cNvSpPr/>
          <p:nvPr/>
        </p:nvSpPr>
        <p:spPr>
          <a:xfrm>
            <a:off x="6505956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00316" y="48920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Entegrasyon-hazır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00316" y="5276088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API key; Slack/Teams/Syslog; Prometheus; LDAP; Vault.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 MATRİSİ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566928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SSH · pasif SFTP · zamanlanmış cron · Git diff/geçmiş/indirme · off-host mirror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0" y="2258568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tarama · LLDP/CDP komşuluk · ARP+MAC+OUI L2 envanteri · onboarding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908792" cy="566928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254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Topoloji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2825496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ağ haritası · omurga + uç cihazlar · risk renklendirme · down tespiti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924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392424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kurallar · YAML politika · NVD CVE/CPE · yerel LLM · secret maskeleme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59352"/>
            <a:ext cx="10908792" cy="566928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593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Uyumluluk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3959352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skoru · golden baseline · config drift + sweep · PDF risk raporu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Yönetişim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526280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 onay akışı · dört-göz · MFA · RBAC · API key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10908792" cy="566928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93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Gözlemlenebilirlik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5093208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· Grafana panoları · alarm kuralları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660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474720" y="5660136"/>
            <a:ext cx="7936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ayar paneli · kullanıcı/rol · TLS sertifika yükleme · LDAP/Vault testleri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DESTEKLENEN CİHAZLAR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Çok-vendör + Linux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 / IOS-XE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35858" y="19202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3018" y="192024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FortiGate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9202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92024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FortiSwitch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27414" y="19202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4574" y="192024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PAN-OS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Juniper Junos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35858" y="315468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3018" y="315468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VRP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315468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8796" y="315468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Aruba OS-CX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27414" y="315468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4574" y="315468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Aruba / HP ProCurve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8912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MikroTik RouterOS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35858" y="438912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3018" y="438912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/ Linux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31636" y="438912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8796" y="438912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/ SSH-banner tanıma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27414" y="438912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4574" y="4389120"/>
            <a:ext cx="2247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OUI (~50 üretici)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OpenWrt/Linux 'uci export' ile yedeklenir; MAC ilk 3 oktetinden (OUI) üretici tahmini yapılır.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MİMARİ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topolojisi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F4F7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Admini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76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87452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F4F7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276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87452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F4F7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276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315468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557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JWT/RBAC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15468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227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celery-worker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3557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315468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2278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celery-beat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5570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zamanlanmış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EEF3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28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157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0" y="47548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EEF3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4828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0" y="5157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broker/kuyruk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7548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EEF3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828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5157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geçmişi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47548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EEF3FF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4828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SFTPGo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5157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yedek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05672" y="1874520"/>
            <a:ext cx="2743200" cy="2057400"/>
          </a:xfrm>
          <a:prstGeom prst="roundRect">
            <a:avLst>
              <a:gd name="adj" fmla="val 3111"/>
            </a:avLst>
          </a:prstGeom>
          <a:solidFill>
            <a:srgbClr val="F7F9FF"/>
          </a:solidFill>
          <a:ln w="12700">
            <a:solidFill>
              <a:srgbClr val="C9D3E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80567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DIŞ SİSTEMLER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42832" y="22860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cihazları (SSH/SNMP/SFTP)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LDAP/AD · Vault · Ollama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(CVE) · Slack/Teams/Syslog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read-only / fail-closed —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645920" y="2606040"/>
            <a:ext cx="1371600" cy="-365760"/>
          </a:xfrm>
          <a:prstGeom prst="line">
            <a:avLst/>
          </a:prstGeom>
          <a:noFill/>
          <a:ln w="15875">
            <a:solidFill>
              <a:srgbClr val="9BA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23360" y="2240280"/>
            <a:ext cx="1371600" cy="0"/>
          </a:xfrm>
          <a:prstGeom prst="line">
            <a:avLst/>
          </a:prstGeom>
          <a:noFill/>
          <a:ln w="15875">
            <a:solidFill>
              <a:srgbClr val="9BA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2788920"/>
            <a:ext cx="0" cy="365760"/>
          </a:xfrm>
          <a:prstGeom prst="line">
            <a:avLst/>
          </a:prstGeom>
          <a:noFill/>
          <a:ln w="15875">
            <a:solidFill>
              <a:srgbClr val="9BA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3931920"/>
            <a:ext cx="-1371600" cy="822960"/>
          </a:xfrm>
          <a:prstGeom prst="line">
            <a:avLst/>
          </a:prstGeom>
          <a:noFill/>
          <a:ln w="15875">
            <a:solidFill>
              <a:srgbClr val="9BA8C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577840" y="3931920"/>
            <a:ext cx="0" cy="822960"/>
          </a:xfrm>
          <a:prstGeom prst="line">
            <a:avLst/>
          </a:prstGeom>
          <a:noFill/>
          <a:ln w="15875">
            <a:solidFill>
              <a:srgbClr val="9BA8C8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577840" y="3931920"/>
            <a:ext cx="-1737360" cy="822960"/>
          </a:xfrm>
          <a:prstGeom prst="line">
            <a:avLst/>
          </a:prstGeom>
          <a:noFill/>
          <a:ln w="15875">
            <a:solidFill>
              <a:srgbClr val="9BA8C8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635240" y="3931920"/>
            <a:ext cx="411480" cy="822960"/>
          </a:xfrm>
          <a:prstGeom prst="line">
            <a:avLst/>
          </a:prstGeom>
          <a:noFill/>
          <a:ln w="15875">
            <a:solidFill>
              <a:srgbClr val="9BA8C8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+ yatay ölçeklenen worker'lar; tüm durum PostgreSQL / Redis / Git'te.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AKIŞI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Yedekleme (aktif + pasif)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98878" cy="2377440"/>
          </a:xfrm>
          <a:prstGeom prst="roundRect">
            <a:avLst>
              <a:gd name="adj" fmla="val 366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9479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19479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1724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GUI/cron → kuyruk (Redis). Anında QUEUED kaydı.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20670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67558" y="2194560"/>
            <a:ext cx="1998878" cy="2377440"/>
          </a:xfrm>
          <a:prstGeom prst="roundRect">
            <a:avLst>
              <a:gd name="adj" fmla="val 366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695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695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58998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04718" y="3657600"/>
            <a:ext cx="1724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cihaza SSH (read-only) ya da pasif SFTP girişi.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8149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95037" y="2194560"/>
            <a:ext cx="1998878" cy="2377440"/>
          </a:xfrm>
          <a:prstGeom prst="roundRect">
            <a:avLst>
              <a:gd name="adj" fmla="val 366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443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77443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86477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Sanitizasyon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2197" y="3657600"/>
            <a:ext cx="1724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Parolalar çok-vendör kurallarıyla maskelenir.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75627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22515" y="2194560"/>
            <a:ext cx="1998878" cy="2377440"/>
          </a:xfrm>
          <a:prstGeom prst="roundRect">
            <a:avLst>
              <a:gd name="adj" fmla="val 3660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91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91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13955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Sürümleme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9675" y="3657600"/>
            <a:ext cx="1724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Değiştiyse Git'e commit (diff + geçmiş).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03106" y="3017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549994" y="2194560"/>
            <a:ext cx="1998878" cy="2377440"/>
          </a:xfrm>
          <a:prstGeom prst="roundRect">
            <a:avLst>
              <a:gd name="adj" fmla="val 366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29393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229393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641434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87154" y="3657600"/>
            <a:ext cx="17245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+ politika + CVE + LLM → risk + drift + bildirim.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(air-gapped): cihaz → SFTPGo → HMAC imzalı webhook → path-traversal kontrolü → sanitize → commit.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&amp; uyumluluk duruşu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916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691640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(zorunlu) · LDAP/AD · TOTP MFA · API key (entegrasyon)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295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04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95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0" y="2295144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viewer / operator / approver / admin — uç bazında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08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289864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2898648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kasa · Vault/env (fail-closed) · çok-vendör maskeleme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0215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611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5021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girişi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06240" y="3502152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HMAC-SHA256 (ham gövde) · path-traversal koruması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0565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15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1056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06240" y="4105656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state machine · dört-göz · onaysız cihaza-yazma YOK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818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47091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206240" y="4709160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· request-ID · immutable config geçmişi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31266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223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4B79A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53126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Taşıma &amp; sağlamlık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206240" y="5312664"/>
            <a:ext cx="7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GUI'den sertifika yönetimi · login rate-limit · non-root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DAĞITIM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 &amp; boyutlandırma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 kurulum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B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./install.sh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</a:rPr>
              <a:t>Sihirbaz sorular sorar, .env üretir, seçtiğiniz overlay'lerle kurar: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Docker Compose (on-prem / air-gapped / hibrit)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Opsiyonel overlay: TLS (Caddy) · Observability · Vault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Non-root konteynerler · fail-closed secret'lar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GUI'den sertifika, kullanıcı/rol, Vault/LDAP yönetimi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Boyutlandırma (kaba)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16459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286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17373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92640" y="228600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 cihaz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 / 8 GB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8408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worker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429000"/>
            <a:ext cx="1645920" cy="64008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~2.000 cihaz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3429000"/>
            <a:ext cx="1737360" cy="64008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429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vCPU / 16 GB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92640" y="3429000"/>
            <a:ext cx="1828800" cy="64008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3429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worker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069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5.000+ cihaz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0" y="4069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vCPU / 16+ GB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784080" y="4069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worker + tuning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5120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(havuz içi / air-gapped dahil), bulut/hibrit destekli.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BİR BAKIŞTA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Olgunluk &amp; kapsam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21458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2521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desteklenen vendör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5858" y="1828800"/>
            <a:ext cx="2521458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5858" y="2148840"/>
            <a:ext cx="2521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27298" y="310896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1828800"/>
            <a:ext cx="2521458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1636" y="2148840"/>
            <a:ext cx="2521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323076" y="310896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modülü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27414" y="1828800"/>
            <a:ext cx="2521458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7414" y="2148840"/>
            <a:ext cx="2521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118854" y="310896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Grafana panosu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365760" cy="365760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 panosu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97764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kartları, up/down &amp; risk donut'ları, en riskli cihazlar, son bulgular.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64608"/>
            <a:ext cx="365760" cy="365760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ağ haritası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75488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Omurga (LLDP/CDP) + uç cihazlar (ARP/MAC), risk renklendirme.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41848"/>
            <a:ext cx="365760" cy="365760"/>
          </a:xfrm>
          <a:prstGeom prst="ellipse">
            <a:avLst/>
          </a:prstGeom>
          <a:solidFill>
            <a:srgbClr val="24B79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532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geçmişi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53212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 kuyruğu/çalışan/başarılı-hata görünürlüğü, hata metni.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 haritası açık maddeleri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PoC ortamı için platform hazırdır. Tam production sign-off öncesi ele alınacaklar: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96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tabanlı migration'a geçiş (şu an hafif startup migrator)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821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5.000-düğüm yük testi (locust senaryosu hazır)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67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7490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penetrasyon testi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5537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4348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Veri-saklama pencerelerinin hukuk/uyum (KVKK/GDPR) onayı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4F7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239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1206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Cihaza yazma (write-back) bileşeni — bilinçli olarak kapsam dışı (onaysız yazma yok)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4B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Ağınızı tek platformdan yönetin.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Yedekleme · Keşif · Güvenlik · Yönetişim — güvenlik-önce, veri mahremiyetiyle.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&amp; işletim: docs/PRODUCTION_INSTALL.md   ·   Mimari: docs/ARCHITECTURE.md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NABS-GP — Satış Öncesi Sunum</dc:title>
  <dc:subject>PptxGenJS Presentation</dc:subject>
  <dc:creator>NABS-GP</dc:creator>
  <cp:lastModifiedBy>NABS-GP</cp:lastModifiedBy>
  <cp:revision>1</cp:revision>
  <dcterms:created xsi:type="dcterms:W3CDTF">2026-07-14T13:41:24Z</dcterms:created>
  <dcterms:modified xsi:type="dcterms:W3CDTF">2026-07-14T13:41:24Z</dcterms:modified>
</cp:coreProperties>
</file>